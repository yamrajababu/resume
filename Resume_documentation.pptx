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1"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1DCC50-29D2-4314-84CB-8FB52F953053}" v="68" dt="2026-06-29T11:27:47.8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756" y="11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3661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7135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5193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73893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6/29/2026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57814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6/29/2026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9757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6/29/2026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2352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83197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0220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07298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1FF6DA9-008F-8B48-92A6-B652298478BF}"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60049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88983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FF6DA9-008F-8B48-92A6-B652298478BF}"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017841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74766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93038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79469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6/29/2026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304752048"/>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ChiPi Technologies</a:t>
            </a:r>
          </a:p>
        </p:txBody>
      </p:sp>
      <p:sp>
        <p:nvSpPr>
          <p:cNvPr id="3" name="Subtitle 2"/>
          <p:cNvSpPr>
            <a:spLocks noGrp="1"/>
          </p:cNvSpPr>
          <p:nvPr>
            <p:ph type="subTitle" idx="1"/>
          </p:nvPr>
        </p:nvSpPr>
        <p:spPr/>
        <p:txBody>
          <a:bodyPr/>
          <a:lstStyle/>
          <a:p>
            <a:r>
              <a:t>Industry-Guided Project Presentation</a:t>
            </a:r>
          </a:p>
        </p:txBody>
      </p:sp>
      <p:sp>
        <p:nvSpPr>
          <p:cNvPr id="4" name="Rectangle 3"/>
          <p:cNvSpPr/>
          <p:nvPr/>
        </p:nvSpPr>
        <p:spPr>
          <a:xfrm>
            <a:off x="1524000" y="0"/>
            <a:ext cx="9144000" cy="320040"/>
          </a:xfrm>
          <a:prstGeom prst="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61160" y="27432"/>
            <a:ext cx="5644494" cy="369332"/>
          </a:xfrm>
          <a:prstGeom prst="rect">
            <a:avLst/>
          </a:prstGeom>
          <a:noFill/>
        </p:spPr>
        <p:txBody>
          <a:bodyPr wrap="none">
            <a:spAutoFit/>
          </a:bodyPr>
          <a:lstStyle/>
          <a:p>
            <a:r>
              <a:rPr dirty="0">
                <a:solidFill>
                  <a:schemeClr val="bg1"/>
                </a:solidFill>
              </a:rPr>
              <a:t>ChiPi Technologies | Project Experience Initiative</a:t>
            </a:r>
          </a:p>
        </p:txBody>
      </p:sp>
      <p:sp>
        <p:nvSpPr>
          <p:cNvPr id="6" name="TextBox 5"/>
          <p:cNvSpPr txBox="1"/>
          <p:nvPr/>
        </p:nvSpPr>
        <p:spPr>
          <a:xfrm>
            <a:off x="1706880" y="6309360"/>
            <a:ext cx="5676554" cy="369332"/>
          </a:xfrm>
          <a:prstGeom prst="rect">
            <a:avLst/>
          </a:prstGeom>
          <a:noFill/>
        </p:spPr>
        <p:txBody>
          <a:bodyPr wrap="none">
            <a:spAutoFit/>
          </a:bodyPr>
          <a:lstStyle/>
          <a:p>
            <a:r>
              <a:t>Real Projects • Real Mentorship • Real Outcomes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Student Profile</a:t>
            </a:r>
          </a:p>
        </p:txBody>
      </p:sp>
      <p:sp>
        <p:nvSpPr>
          <p:cNvPr id="3" name="Content Placeholder 2"/>
          <p:cNvSpPr>
            <a:spLocks noGrp="1"/>
          </p:cNvSpPr>
          <p:nvPr>
            <p:ph idx="1"/>
          </p:nvPr>
        </p:nvSpPr>
        <p:spPr/>
        <p:txBody>
          <a:bodyPr vert="horz" lIns="91440" tIns="45720" rIns="91440" bIns="45720" rtlCol="0" anchor="t">
            <a:normAutofit/>
          </a:bodyPr>
          <a:lstStyle/>
          <a:p>
            <a:r>
              <a:rPr lang="en-US">
                <a:ea typeface="+mn-lt"/>
                <a:cs typeface="+mn-lt"/>
              </a:rPr>
              <a:t>Name: Raja Babu </a:t>
            </a:r>
          </a:p>
          <a:p>
            <a:r>
              <a:rPr lang="en-US">
                <a:ea typeface="+mn-lt"/>
                <a:cs typeface="+mn-lt"/>
              </a:rPr>
              <a:t>College: Impact Group of Colleges, Patna </a:t>
            </a:r>
          </a:p>
          <a:p>
            <a:r>
              <a:rPr lang="en-US">
                <a:ea typeface="+mn-lt"/>
                <a:cs typeface="+mn-lt"/>
              </a:rPr>
              <a:t>Branch: Bachelor of Computer Applications (BCA) </a:t>
            </a:r>
          </a:p>
          <a:p>
            <a:r>
              <a:rPr lang="en-US">
                <a:ea typeface="+mn-lt"/>
                <a:cs typeface="+mn-lt"/>
              </a:rPr>
              <a:t>Batch: 2024 - Present</a:t>
            </a:r>
            <a:endParaRPr/>
          </a:p>
        </p:txBody>
      </p:sp>
      <p:sp>
        <p:nvSpPr>
          <p:cNvPr id="4" name="Rectangle 3"/>
          <p:cNvSpPr/>
          <p:nvPr/>
        </p:nvSpPr>
        <p:spPr>
          <a:xfrm>
            <a:off x="1524000" y="0"/>
            <a:ext cx="9144000" cy="320040"/>
          </a:xfrm>
          <a:prstGeom prst="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61160" y="27432"/>
            <a:ext cx="5644494" cy="369332"/>
          </a:xfrm>
          <a:prstGeom prst="rect">
            <a:avLst/>
          </a:prstGeom>
          <a:noFill/>
        </p:spPr>
        <p:txBody>
          <a:bodyPr wrap="none">
            <a:spAutoFit/>
          </a:bodyPr>
          <a:lstStyle/>
          <a:p>
            <a:r>
              <a:rPr dirty="0">
                <a:solidFill>
                  <a:schemeClr val="bg1"/>
                </a:solidFill>
              </a:rPr>
              <a:t>ChiPi Technologies | Project Experience Initiative</a:t>
            </a:r>
          </a:p>
        </p:txBody>
      </p:sp>
      <p:sp>
        <p:nvSpPr>
          <p:cNvPr id="6" name="TextBox 5"/>
          <p:cNvSpPr txBox="1"/>
          <p:nvPr/>
        </p:nvSpPr>
        <p:spPr>
          <a:xfrm>
            <a:off x="1706880" y="6309360"/>
            <a:ext cx="5676554" cy="369332"/>
          </a:xfrm>
          <a:prstGeom prst="rect">
            <a:avLst/>
          </a:prstGeom>
          <a:noFill/>
        </p:spPr>
        <p:txBody>
          <a:bodyPr wrap="none">
            <a:spAutoFit/>
          </a:bodyPr>
          <a:lstStyle/>
          <a:p>
            <a:r>
              <a:t>Real Projects • Real Mentorship • Real Outcomes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Overview</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sz="2400">
                <a:ea typeface="+mn-lt"/>
                <a:cs typeface="+mn-lt"/>
              </a:rPr>
              <a:t>The objective of this project was to build a professional portfolio website consisting of three interconnected webpages—Index, My Learning, and My Project. Instead of using a traditional paper resume, this website presents my profile, education, skills, and projects in an interactive digital format.</a:t>
            </a:r>
            <a:endParaRPr lang="en-US" sz="2400"/>
          </a:p>
        </p:txBody>
      </p:sp>
      <p:sp>
        <p:nvSpPr>
          <p:cNvPr id="4" name="Rectangle 3"/>
          <p:cNvSpPr/>
          <p:nvPr/>
        </p:nvSpPr>
        <p:spPr>
          <a:xfrm>
            <a:off x="1524000" y="0"/>
            <a:ext cx="9144000" cy="320040"/>
          </a:xfrm>
          <a:prstGeom prst="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61160" y="27432"/>
            <a:ext cx="5644494" cy="369332"/>
          </a:xfrm>
          <a:prstGeom prst="rect">
            <a:avLst/>
          </a:prstGeom>
          <a:noFill/>
        </p:spPr>
        <p:txBody>
          <a:bodyPr wrap="none">
            <a:spAutoFit/>
          </a:bodyPr>
          <a:lstStyle/>
          <a:p>
            <a:r>
              <a:rPr dirty="0">
                <a:solidFill>
                  <a:schemeClr val="bg1"/>
                </a:solidFill>
              </a:rPr>
              <a:t>ChiPi Technologies | Project Experience Initiative</a:t>
            </a:r>
          </a:p>
        </p:txBody>
      </p:sp>
      <p:sp>
        <p:nvSpPr>
          <p:cNvPr id="6" name="TextBox 5"/>
          <p:cNvSpPr txBox="1"/>
          <p:nvPr/>
        </p:nvSpPr>
        <p:spPr>
          <a:xfrm>
            <a:off x="1706880" y="6309360"/>
            <a:ext cx="5676554" cy="369332"/>
          </a:xfrm>
          <a:prstGeom prst="rect">
            <a:avLst/>
          </a:prstGeom>
          <a:noFill/>
        </p:spPr>
        <p:txBody>
          <a:bodyPr wrap="none">
            <a:spAutoFit/>
          </a:bodyPr>
          <a:lstStyle/>
          <a:p>
            <a:r>
              <a:t>Real Projects • Real Mentorship • Real Outcomes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sz="2400">
                <a:ea typeface="+mn-lt"/>
                <a:cs typeface="+mn-lt"/>
              </a:rPr>
              <a:t>Many students have good technical skills but cannot showcase them effectively through a normal resume. A paper resume cannot include project demonstrations, GitHub links, or learning progress. My project solves this problem by creating a digital portfolio that presents all information in one place.</a:t>
            </a:r>
            <a:endParaRPr lang="en-US" sz="2400"/>
          </a:p>
        </p:txBody>
      </p:sp>
      <p:sp>
        <p:nvSpPr>
          <p:cNvPr id="4" name="Rectangle 3"/>
          <p:cNvSpPr/>
          <p:nvPr/>
        </p:nvSpPr>
        <p:spPr>
          <a:xfrm>
            <a:off x="1524000" y="0"/>
            <a:ext cx="9144000" cy="320040"/>
          </a:xfrm>
          <a:prstGeom prst="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61160" y="27432"/>
            <a:ext cx="5644494" cy="369332"/>
          </a:xfrm>
          <a:prstGeom prst="rect">
            <a:avLst/>
          </a:prstGeom>
          <a:noFill/>
        </p:spPr>
        <p:txBody>
          <a:bodyPr wrap="none">
            <a:spAutoFit/>
          </a:bodyPr>
          <a:lstStyle/>
          <a:p>
            <a:r>
              <a:rPr dirty="0">
                <a:solidFill>
                  <a:schemeClr val="bg1"/>
                </a:solidFill>
              </a:rPr>
              <a:t>ChiPi Technologies | Project Experience Initiative</a:t>
            </a:r>
          </a:p>
        </p:txBody>
      </p:sp>
      <p:sp>
        <p:nvSpPr>
          <p:cNvPr id="6" name="TextBox 5"/>
          <p:cNvSpPr txBox="1"/>
          <p:nvPr/>
        </p:nvSpPr>
        <p:spPr>
          <a:xfrm>
            <a:off x="1706880" y="6309360"/>
            <a:ext cx="5676554" cy="369332"/>
          </a:xfrm>
          <a:prstGeom prst="rect">
            <a:avLst/>
          </a:prstGeom>
          <a:noFill/>
        </p:spPr>
        <p:txBody>
          <a:bodyPr wrap="none">
            <a:spAutoFit/>
          </a:bodyPr>
          <a:lstStyle/>
          <a:p>
            <a:r>
              <a:t>Real Projects • Real Mentorship • Real Outcomes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Impact</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sz="2400">
                <a:ea typeface="+mn-lt"/>
                <a:cs typeface="+mn-lt"/>
              </a:rPr>
              <a:t>This project benefits both recruiters and students. Recruiters can quickly understand a candidate's skills and view live project links, reducing screening time. Students can present their work professionally, increasing their chances of internships and placements</a:t>
            </a:r>
            <a:endParaRPr lang="en-US" sz="2400"/>
          </a:p>
        </p:txBody>
      </p:sp>
      <p:sp>
        <p:nvSpPr>
          <p:cNvPr id="4" name="Rectangle 3"/>
          <p:cNvSpPr/>
          <p:nvPr/>
        </p:nvSpPr>
        <p:spPr>
          <a:xfrm>
            <a:off x="1524000" y="0"/>
            <a:ext cx="9144000" cy="320040"/>
          </a:xfrm>
          <a:prstGeom prst="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61160" y="27432"/>
            <a:ext cx="5644494" cy="369332"/>
          </a:xfrm>
          <a:prstGeom prst="rect">
            <a:avLst/>
          </a:prstGeom>
          <a:noFill/>
        </p:spPr>
        <p:txBody>
          <a:bodyPr wrap="none">
            <a:spAutoFit/>
          </a:bodyPr>
          <a:lstStyle/>
          <a:p>
            <a:r>
              <a:rPr dirty="0">
                <a:solidFill>
                  <a:schemeClr val="bg1"/>
                </a:solidFill>
              </a:rPr>
              <a:t>ChiPi Technologies | Project Experience Initiative</a:t>
            </a:r>
          </a:p>
        </p:txBody>
      </p:sp>
      <p:sp>
        <p:nvSpPr>
          <p:cNvPr id="6" name="TextBox 5"/>
          <p:cNvSpPr txBox="1"/>
          <p:nvPr/>
        </p:nvSpPr>
        <p:spPr>
          <a:xfrm>
            <a:off x="1706880" y="6309360"/>
            <a:ext cx="5676554" cy="369332"/>
          </a:xfrm>
          <a:prstGeom prst="rect">
            <a:avLst/>
          </a:prstGeom>
          <a:noFill/>
        </p:spPr>
        <p:txBody>
          <a:bodyPr wrap="none">
            <a:spAutoFit/>
          </a:bodyPr>
          <a:lstStyle/>
          <a:p>
            <a:r>
              <a:t>Real Projects • Real Mentorship • Real Outcomes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Requirements</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sz="2400">
                <a:ea typeface="+mn-lt"/>
                <a:cs typeface="+mn-lt"/>
              </a:rPr>
              <a:t>The functional requirements included multiple webpages, navigation between pages, and external links to platforms like GitHub and LinkedIn. The non-functional requirements focused on clean design, CSS styling, readability, and maintaining a professional appearance.</a:t>
            </a:r>
            <a:endParaRPr lang="en-US" sz="2400"/>
          </a:p>
        </p:txBody>
      </p:sp>
      <p:sp>
        <p:nvSpPr>
          <p:cNvPr id="4" name="Rectangle 3"/>
          <p:cNvSpPr/>
          <p:nvPr/>
        </p:nvSpPr>
        <p:spPr>
          <a:xfrm>
            <a:off x="1524000" y="0"/>
            <a:ext cx="9144000" cy="320040"/>
          </a:xfrm>
          <a:prstGeom prst="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61160" y="27432"/>
            <a:ext cx="5644494" cy="369332"/>
          </a:xfrm>
          <a:prstGeom prst="rect">
            <a:avLst/>
          </a:prstGeom>
          <a:noFill/>
        </p:spPr>
        <p:txBody>
          <a:bodyPr wrap="none">
            <a:spAutoFit/>
          </a:bodyPr>
          <a:lstStyle/>
          <a:p>
            <a:r>
              <a:rPr dirty="0">
                <a:solidFill>
                  <a:schemeClr val="bg1"/>
                </a:solidFill>
              </a:rPr>
              <a:t>ChiPi Technologies | Project Experience Initiative</a:t>
            </a:r>
          </a:p>
        </p:txBody>
      </p:sp>
      <p:sp>
        <p:nvSpPr>
          <p:cNvPr id="6" name="TextBox 5"/>
          <p:cNvSpPr txBox="1"/>
          <p:nvPr/>
        </p:nvSpPr>
        <p:spPr>
          <a:xfrm>
            <a:off x="1706880" y="6309360"/>
            <a:ext cx="5676554" cy="369332"/>
          </a:xfrm>
          <a:prstGeom prst="rect">
            <a:avLst/>
          </a:prstGeom>
          <a:noFill/>
        </p:spPr>
        <p:txBody>
          <a:bodyPr wrap="none">
            <a:spAutoFit/>
          </a:bodyPr>
          <a:lstStyle/>
          <a:p>
            <a:r>
              <a:t>Real Projects • Real Mentorship • Real Outcomes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Solution Architecture</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sz="2400">
                <a:ea typeface="+mn-lt"/>
                <a:cs typeface="+mn-lt"/>
              </a:rPr>
              <a:t>The architecture is simple and modular. The project consists of three HTML pages connected through navigation links. All pages use one common CSS file called style.css, which ensures consistent design and makes future maintenance easier.</a:t>
            </a:r>
            <a:endParaRPr lang="en-US" sz="2400"/>
          </a:p>
        </p:txBody>
      </p:sp>
      <p:sp>
        <p:nvSpPr>
          <p:cNvPr id="4" name="Rectangle 3"/>
          <p:cNvSpPr/>
          <p:nvPr/>
        </p:nvSpPr>
        <p:spPr>
          <a:xfrm>
            <a:off x="1524000" y="0"/>
            <a:ext cx="9144000" cy="320040"/>
          </a:xfrm>
          <a:prstGeom prst="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61160" y="27432"/>
            <a:ext cx="5644494" cy="369332"/>
          </a:xfrm>
          <a:prstGeom prst="rect">
            <a:avLst/>
          </a:prstGeom>
          <a:noFill/>
        </p:spPr>
        <p:txBody>
          <a:bodyPr wrap="none">
            <a:spAutoFit/>
          </a:bodyPr>
          <a:lstStyle/>
          <a:p>
            <a:r>
              <a:rPr dirty="0">
                <a:solidFill>
                  <a:schemeClr val="bg1"/>
                </a:solidFill>
              </a:rPr>
              <a:t>ChiPi Technologies | Project Experience Initiative</a:t>
            </a:r>
          </a:p>
        </p:txBody>
      </p:sp>
      <p:sp>
        <p:nvSpPr>
          <p:cNvPr id="6" name="TextBox 5"/>
          <p:cNvSpPr txBox="1"/>
          <p:nvPr/>
        </p:nvSpPr>
        <p:spPr>
          <a:xfrm>
            <a:off x="1706880" y="6309360"/>
            <a:ext cx="5676554" cy="369332"/>
          </a:xfrm>
          <a:prstGeom prst="rect">
            <a:avLst/>
          </a:prstGeom>
          <a:noFill/>
        </p:spPr>
        <p:txBody>
          <a:bodyPr wrap="none">
            <a:spAutoFit/>
          </a:bodyPr>
          <a:lstStyle/>
          <a:p>
            <a:r>
              <a:t>Real Projects • Real Mentorship • Real Outcomes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UI/UX Design</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sz="2400">
                <a:ea typeface="+mn-lt"/>
                <a:cs typeface="+mn-lt"/>
              </a:rPr>
              <a:t>While designing the interface, I focused on simplicity and readability. The homepage uses a two-column layout. The left section highlights personal information and skills, while the right section displays educational details and achievements. Professional colors and proper spacing improve the user experience.</a:t>
            </a:r>
            <a:endParaRPr lang="en-US" sz="2400"/>
          </a:p>
        </p:txBody>
      </p:sp>
      <p:sp>
        <p:nvSpPr>
          <p:cNvPr id="4" name="Rectangle 3"/>
          <p:cNvSpPr/>
          <p:nvPr/>
        </p:nvSpPr>
        <p:spPr>
          <a:xfrm>
            <a:off x="1524000" y="0"/>
            <a:ext cx="9144000" cy="320040"/>
          </a:xfrm>
          <a:prstGeom prst="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61160" y="27432"/>
            <a:ext cx="5644494" cy="369332"/>
          </a:xfrm>
          <a:prstGeom prst="rect">
            <a:avLst/>
          </a:prstGeom>
          <a:noFill/>
        </p:spPr>
        <p:txBody>
          <a:bodyPr wrap="none">
            <a:spAutoFit/>
          </a:bodyPr>
          <a:lstStyle/>
          <a:p>
            <a:r>
              <a:rPr dirty="0">
                <a:solidFill>
                  <a:schemeClr val="bg1"/>
                </a:solidFill>
              </a:rPr>
              <a:t>ChiPi Technologies | Project Experience Initiative</a:t>
            </a:r>
          </a:p>
        </p:txBody>
      </p:sp>
      <p:sp>
        <p:nvSpPr>
          <p:cNvPr id="6" name="TextBox 5"/>
          <p:cNvSpPr txBox="1"/>
          <p:nvPr/>
        </p:nvSpPr>
        <p:spPr>
          <a:xfrm>
            <a:off x="1706880" y="6309360"/>
            <a:ext cx="5676554" cy="369332"/>
          </a:xfrm>
          <a:prstGeom prst="rect">
            <a:avLst/>
          </a:prstGeom>
          <a:noFill/>
        </p:spPr>
        <p:txBody>
          <a:bodyPr wrap="none">
            <a:spAutoFit/>
          </a:bodyPr>
          <a:lstStyle/>
          <a:p>
            <a:r>
              <a:t>Real Projects • Real Mentorship • Real Outcomes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Technology Stack</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sz="2400">
                <a:ea typeface="+mn-lt"/>
                <a:cs typeface="+mn-lt"/>
              </a:rPr>
              <a:t>For this project I used HTML5 to build the webpage structure and CSS3 for styling. I also applied features like gradients, shadows, and responsive layouts. Git and GitHub were used for version control, while my academic knowledge of C, C++, Java, and MySQL supported the project.</a:t>
            </a:r>
            <a:endParaRPr lang="en-US" sz="2400"/>
          </a:p>
        </p:txBody>
      </p:sp>
      <p:sp>
        <p:nvSpPr>
          <p:cNvPr id="4" name="Rectangle 3"/>
          <p:cNvSpPr/>
          <p:nvPr/>
        </p:nvSpPr>
        <p:spPr>
          <a:xfrm>
            <a:off x="1524000" y="0"/>
            <a:ext cx="9144000" cy="320040"/>
          </a:xfrm>
          <a:prstGeom prst="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61160" y="27432"/>
            <a:ext cx="5644494" cy="369332"/>
          </a:xfrm>
          <a:prstGeom prst="rect">
            <a:avLst/>
          </a:prstGeom>
          <a:noFill/>
        </p:spPr>
        <p:txBody>
          <a:bodyPr wrap="none">
            <a:spAutoFit/>
          </a:bodyPr>
          <a:lstStyle/>
          <a:p>
            <a:r>
              <a:rPr dirty="0">
                <a:solidFill>
                  <a:schemeClr val="bg1"/>
                </a:solidFill>
              </a:rPr>
              <a:t>ChiPi Technologies | Project Experience Initiative</a:t>
            </a:r>
          </a:p>
        </p:txBody>
      </p:sp>
      <p:sp>
        <p:nvSpPr>
          <p:cNvPr id="6" name="TextBox 5"/>
          <p:cNvSpPr txBox="1"/>
          <p:nvPr/>
        </p:nvSpPr>
        <p:spPr>
          <a:xfrm>
            <a:off x="1706880" y="6309360"/>
            <a:ext cx="5676554" cy="369332"/>
          </a:xfrm>
          <a:prstGeom prst="rect">
            <a:avLst/>
          </a:prstGeom>
          <a:noFill/>
        </p:spPr>
        <p:txBody>
          <a:bodyPr wrap="none">
            <a:spAutoFit/>
          </a:bodyPr>
          <a:lstStyle/>
          <a:p>
            <a:r>
              <a:t>Real Projects • Real Mentorship • Real Outcomes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Implementation Journey</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sz="2400">
                <a:ea typeface="+mn-lt"/>
                <a:cs typeface="+mn-lt"/>
              </a:rPr>
              <a:t>The development was completed in three phases. First, I planned the webpage structure. Second, I separated styling into an external CSS file for better organization. Finally, I connected all webpages together and added external links such as GitHub and LinkedIn.</a:t>
            </a:r>
            <a:endParaRPr lang="en-US" sz="2400"/>
          </a:p>
        </p:txBody>
      </p:sp>
      <p:sp>
        <p:nvSpPr>
          <p:cNvPr id="4" name="Rectangle 3"/>
          <p:cNvSpPr/>
          <p:nvPr/>
        </p:nvSpPr>
        <p:spPr>
          <a:xfrm>
            <a:off x="1524000" y="0"/>
            <a:ext cx="9144000" cy="320040"/>
          </a:xfrm>
          <a:prstGeom prst="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61160" y="27432"/>
            <a:ext cx="5644494" cy="369332"/>
          </a:xfrm>
          <a:prstGeom prst="rect">
            <a:avLst/>
          </a:prstGeom>
          <a:noFill/>
        </p:spPr>
        <p:txBody>
          <a:bodyPr wrap="none">
            <a:spAutoFit/>
          </a:bodyPr>
          <a:lstStyle/>
          <a:p>
            <a:r>
              <a:rPr dirty="0">
                <a:solidFill>
                  <a:schemeClr val="bg1"/>
                </a:solidFill>
              </a:rPr>
              <a:t>ChiPi Technologies | Project Experience Initiative</a:t>
            </a:r>
          </a:p>
        </p:txBody>
      </p:sp>
      <p:sp>
        <p:nvSpPr>
          <p:cNvPr id="6" name="TextBox 5"/>
          <p:cNvSpPr txBox="1"/>
          <p:nvPr/>
        </p:nvSpPr>
        <p:spPr>
          <a:xfrm>
            <a:off x="1706880" y="6309360"/>
            <a:ext cx="5676554" cy="369332"/>
          </a:xfrm>
          <a:prstGeom prst="rect">
            <a:avLst/>
          </a:prstGeom>
          <a:noFill/>
        </p:spPr>
        <p:txBody>
          <a:bodyPr wrap="none">
            <a:spAutoFit/>
          </a:bodyPr>
          <a:lstStyle/>
          <a:p>
            <a:r>
              <a:t>Real Projects • Real Mentorship • Real Outcomes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Faced</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sz="2400">
                <a:ea typeface="+mn-lt"/>
                <a:cs typeface="+mn-lt"/>
              </a:rPr>
              <a:t>During development, I faced several challenges. Maintaining proper alignment on different screen sizes was difficult. I also ensured smooth navigation between pages and adjusted image sizes to maintain a professional layout.</a:t>
            </a:r>
            <a:endParaRPr lang="en-US" sz="2400"/>
          </a:p>
        </p:txBody>
      </p:sp>
      <p:sp>
        <p:nvSpPr>
          <p:cNvPr id="4" name="Rectangle 3"/>
          <p:cNvSpPr/>
          <p:nvPr/>
        </p:nvSpPr>
        <p:spPr>
          <a:xfrm>
            <a:off x="1524000" y="0"/>
            <a:ext cx="9144000" cy="320040"/>
          </a:xfrm>
          <a:prstGeom prst="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61160" y="27432"/>
            <a:ext cx="5644494" cy="369332"/>
          </a:xfrm>
          <a:prstGeom prst="rect">
            <a:avLst/>
          </a:prstGeom>
          <a:noFill/>
        </p:spPr>
        <p:txBody>
          <a:bodyPr wrap="none">
            <a:spAutoFit/>
          </a:bodyPr>
          <a:lstStyle/>
          <a:p>
            <a:r>
              <a:rPr dirty="0">
                <a:solidFill>
                  <a:schemeClr val="bg1"/>
                </a:solidFill>
              </a:rPr>
              <a:t>ChiPi Technologies | Project Experience Initiative</a:t>
            </a:r>
          </a:p>
        </p:txBody>
      </p:sp>
      <p:sp>
        <p:nvSpPr>
          <p:cNvPr id="6" name="TextBox 5"/>
          <p:cNvSpPr txBox="1"/>
          <p:nvPr/>
        </p:nvSpPr>
        <p:spPr>
          <a:xfrm>
            <a:off x="1706880" y="6309360"/>
            <a:ext cx="5676554" cy="369332"/>
          </a:xfrm>
          <a:prstGeom prst="rect">
            <a:avLst/>
          </a:prstGeom>
          <a:noFill/>
        </p:spPr>
        <p:txBody>
          <a:bodyPr wrap="none">
            <a:spAutoFit/>
          </a:bodyPr>
          <a:lstStyle/>
          <a:p>
            <a:r>
              <a:t>Real Projects • Real Mentorship • Real Outcomes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Solutions Applied</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sz="2400">
                <a:ea typeface="+mn-lt"/>
                <a:cs typeface="+mn-lt"/>
              </a:rPr>
              <a:t>To overcome these challenges, I used proper CSS alignment techniques, centralized all styles in one CSS file, and applied object-fit and border-radius properties to control image dimensions while maintaining a clean layout.</a:t>
            </a:r>
            <a:endParaRPr lang="en-US" sz="2400"/>
          </a:p>
        </p:txBody>
      </p:sp>
      <p:sp>
        <p:nvSpPr>
          <p:cNvPr id="4" name="Rectangle 3"/>
          <p:cNvSpPr/>
          <p:nvPr/>
        </p:nvSpPr>
        <p:spPr>
          <a:xfrm>
            <a:off x="1524000" y="0"/>
            <a:ext cx="9144000" cy="320040"/>
          </a:xfrm>
          <a:prstGeom prst="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61160" y="27432"/>
            <a:ext cx="5644494" cy="369332"/>
          </a:xfrm>
          <a:prstGeom prst="rect">
            <a:avLst/>
          </a:prstGeom>
          <a:noFill/>
        </p:spPr>
        <p:txBody>
          <a:bodyPr wrap="none">
            <a:spAutoFit/>
          </a:bodyPr>
          <a:lstStyle/>
          <a:p>
            <a:r>
              <a:rPr dirty="0">
                <a:solidFill>
                  <a:schemeClr val="bg1"/>
                </a:solidFill>
              </a:rPr>
              <a:t>ChiPi Technologies | Project Experience Initiative</a:t>
            </a:r>
          </a:p>
        </p:txBody>
      </p:sp>
      <p:sp>
        <p:nvSpPr>
          <p:cNvPr id="6" name="TextBox 5"/>
          <p:cNvSpPr txBox="1"/>
          <p:nvPr/>
        </p:nvSpPr>
        <p:spPr>
          <a:xfrm>
            <a:off x="1706880" y="6309360"/>
            <a:ext cx="5676554" cy="369332"/>
          </a:xfrm>
          <a:prstGeom prst="rect">
            <a:avLst/>
          </a:prstGeom>
          <a:noFill/>
        </p:spPr>
        <p:txBody>
          <a:bodyPr wrap="none">
            <a:spAutoFit/>
          </a:bodyPr>
          <a:lstStyle/>
          <a:p>
            <a:r>
              <a:t>Real Projects • Real Mentorship • Real Outcomes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Code Walkthrough</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sz="2400">
                <a:ea typeface="+mn-lt"/>
                <a:cs typeface="+mn-lt"/>
              </a:rPr>
              <a:t>This slide shows a small portion of my code. On the left is the HTML navigation code connecting different pages. On the right is the CSS code that controls spacing, shadows, borders, and font styling. This demonstrates how HTML and CSS work together to build the website.</a:t>
            </a:r>
            <a:endParaRPr lang="en-US" sz="2400"/>
          </a:p>
        </p:txBody>
      </p:sp>
      <p:sp>
        <p:nvSpPr>
          <p:cNvPr id="4" name="Rectangle 3"/>
          <p:cNvSpPr/>
          <p:nvPr/>
        </p:nvSpPr>
        <p:spPr>
          <a:xfrm>
            <a:off x="1524000" y="0"/>
            <a:ext cx="9144000" cy="320040"/>
          </a:xfrm>
          <a:prstGeom prst="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61160" y="27432"/>
            <a:ext cx="5644494" cy="369332"/>
          </a:xfrm>
          <a:prstGeom prst="rect">
            <a:avLst/>
          </a:prstGeom>
          <a:noFill/>
        </p:spPr>
        <p:txBody>
          <a:bodyPr wrap="none">
            <a:spAutoFit/>
          </a:bodyPr>
          <a:lstStyle/>
          <a:p>
            <a:r>
              <a:rPr dirty="0">
                <a:solidFill>
                  <a:schemeClr val="bg1"/>
                </a:solidFill>
              </a:rPr>
              <a:t>ChiPi Technologies | Project Experience Initiative</a:t>
            </a:r>
          </a:p>
        </p:txBody>
      </p:sp>
      <p:sp>
        <p:nvSpPr>
          <p:cNvPr id="6" name="TextBox 5"/>
          <p:cNvSpPr txBox="1"/>
          <p:nvPr/>
        </p:nvSpPr>
        <p:spPr>
          <a:xfrm>
            <a:off x="1706880" y="6309360"/>
            <a:ext cx="5676554" cy="369332"/>
          </a:xfrm>
          <a:prstGeom prst="rect">
            <a:avLst/>
          </a:prstGeom>
          <a:noFill/>
        </p:spPr>
        <p:txBody>
          <a:bodyPr wrap="none">
            <a:spAutoFit/>
          </a:bodyPr>
          <a:lstStyle/>
          <a:p>
            <a:r>
              <a:t>Real Projects • Real Mentorship • Real Outcomes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Testing &amp; Validation</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sz="2400">
                <a:ea typeface="+mn-lt"/>
                <a:cs typeface="+mn-lt"/>
              </a:rPr>
              <a:t>After development, I tested every navigation link to ensure there were no broken pages. I verified that external links opened correctly and checked whether the CSS styling remained consistent throughout the website.</a:t>
            </a:r>
            <a:endParaRPr lang="en-US" sz="2400"/>
          </a:p>
        </p:txBody>
      </p:sp>
      <p:sp>
        <p:nvSpPr>
          <p:cNvPr id="4" name="Rectangle 3"/>
          <p:cNvSpPr/>
          <p:nvPr/>
        </p:nvSpPr>
        <p:spPr>
          <a:xfrm>
            <a:off x="1524000" y="0"/>
            <a:ext cx="9144000" cy="320040"/>
          </a:xfrm>
          <a:prstGeom prst="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61160" y="27432"/>
            <a:ext cx="5644494" cy="369332"/>
          </a:xfrm>
          <a:prstGeom prst="rect">
            <a:avLst/>
          </a:prstGeom>
          <a:noFill/>
        </p:spPr>
        <p:txBody>
          <a:bodyPr wrap="none">
            <a:spAutoFit/>
          </a:bodyPr>
          <a:lstStyle/>
          <a:p>
            <a:r>
              <a:rPr dirty="0">
                <a:solidFill>
                  <a:schemeClr val="bg1"/>
                </a:solidFill>
              </a:rPr>
              <a:t>ChiPi Technologies | Project Experience Initiative</a:t>
            </a:r>
          </a:p>
        </p:txBody>
      </p:sp>
      <p:sp>
        <p:nvSpPr>
          <p:cNvPr id="6" name="TextBox 5"/>
          <p:cNvSpPr txBox="1"/>
          <p:nvPr/>
        </p:nvSpPr>
        <p:spPr>
          <a:xfrm>
            <a:off x="1706880" y="6309360"/>
            <a:ext cx="5676554" cy="369332"/>
          </a:xfrm>
          <a:prstGeom prst="rect">
            <a:avLst/>
          </a:prstGeom>
          <a:noFill/>
        </p:spPr>
        <p:txBody>
          <a:bodyPr wrap="none">
            <a:spAutoFit/>
          </a:bodyPr>
          <a:lstStyle/>
          <a:p>
            <a:r>
              <a:t>Real Projects • Real Mentorship • Real Outcomes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&amp; Achievements</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sz="2400">
                <a:ea typeface="+mn-lt"/>
                <a:cs typeface="+mn-lt"/>
              </a:rPr>
              <a:t>The final project successfully delivered three interconnected webpages with smooth navigation. Using a common CSS file improved maintainability, and the completed portfolio provides a professional online identity suitable for internships and placements.</a:t>
            </a:r>
            <a:endParaRPr lang="en-US" sz="2400"/>
          </a:p>
        </p:txBody>
      </p:sp>
      <p:sp>
        <p:nvSpPr>
          <p:cNvPr id="4" name="Rectangle 3"/>
          <p:cNvSpPr/>
          <p:nvPr/>
        </p:nvSpPr>
        <p:spPr>
          <a:xfrm>
            <a:off x="1524000" y="0"/>
            <a:ext cx="9144000" cy="320040"/>
          </a:xfrm>
          <a:prstGeom prst="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61160" y="27432"/>
            <a:ext cx="5644494" cy="369332"/>
          </a:xfrm>
          <a:prstGeom prst="rect">
            <a:avLst/>
          </a:prstGeom>
          <a:noFill/>
        </p:spPr>
        <p:txBody>
          <a:bodyPr wrap="none">
            <a:spAutoFit/>
          </a:bodyPr>
          <a:lstStyle/>
          <a:p>
            <a:r>
              <a:rPr dirty="0">
                <a:solidFill>
                  <a:schemeClr val="bg1"/>
                </a:solidFill>
              </a:rPr>
              <a:t>ChiPi Technologies | Project Experience Initiative</a:t>
            </a:r>
          </a:p>
        </p:txBody>
      </p:sp>
      <p:sp>
        <p:nvSpPr>
          <p:cNvPr id="6" name="TextBox 5"/>
          <p:cNvSpPr txBox="1"/>
          <p:nvPr/>
        </p:nvSpPr>
        <p:spPr>
          <a:xfrm>
            <a:off x="1706880" y="6309360"/>
            <a:ext cx="5676554" cy="369332"/>
          </a:xfrm>
          <a:prstGeom prst="rect">
            <a:avLst/>
          </a:prstGeom>
          <a:noFill/>
        </p:spPr>
        <p:txBody>
          <a:bodyPr wrap="none">
            <a:spAutoFit/>
          </a:bodyPr>
          <a:lstStyle/>
          <a:p>
            <a:r>
              <a:t>Real Projects • Real Mentorship • Real Outcomes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Learning</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sz="2400">
                <a:ea typeface="+mn-lt"/>
                <a:cs typeface="+mn-lt"/>
              </a:rPr>
              <a:t>Through this project, I improved my understanding of HTML, CSS, webpage architecture, modular design, and professional portfolio development. I also learned the importance of clean code, proper styling, and presenting technical skills professionally.</a:t>
            </a:r>
            <a:endParaRPr lang="en-US" sz="2400"/>
          </a:p>
        </p:txBody>
      </p:sp>
      <p:sp>
        <p:nvSpPr>
          <p:cNvPr id="4" name="Rectangle 3"/>
          <p:cNvSpPr/>
          <p:nvPr/>
        </p:nvSpPr>
        <p:spPr>
          <a:xfrm>
            <a:off x="1524000" y="0"/>
            <a:ext cx="9144000" cy="320040"/>
          </a:xfrm>
          <a:prstGeom prst="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61160" y="27432"/>
            <a:ext cx="5644494" cy="369332"/>
          </a:xfrm>
          <a:prstGeom prst="rect">
            <a:avLst/>
          </a:prstGeom>
          <a:noFill/>
        </p:spPr>
        <p:txBody>
          <a:bodyPr wrap="none">
            <a:spAutoFit/>
          </a:bodyPr>
          <a:lstStyle/>
          <a:p>
            <a:r>
              <a:rPr dirty="0">
                <a:solidFill>
                  <a:schemeClr val="bg1"/>
                </a:solidFill>
              </a:rPr>
              <a:t>ChiPi Technologies | Project Experience Initiative</a:t>
            </a:r>
          </a:p>
        </p:txBody>
      </p:sp>
      <p:sp>
        <p:nvSpPr>
          <p:cNvPr id="6" name="TextBox 5"/>
          <p:cNvSpPr txBox="1"/>
          <p:nvPr/>
        </p:nvSpPr>
        <p:spPr>
          <a:xfrm>
            <a:off x="1706880" y="6309360"/>
            <a:ext cx="5676554" cy="369332"/>
          </a:xfrm>
          <a:prstGeom prst="rect">
            <a:avLst/>
          </a:prstGeom>
          <a:noFill/>
        </p:spPr>
        <p:txBody>
          <a:bodyPr wrap="none">
            <a:spAutoFit/>
          </a:bodyPr>
          <a:lstStyle/>
          <a:p>
            <a:r>
              <a:t>Real Projects • Real Mentorship • Real Outcomes</a:t>
            </a:r>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docProps/app.xml><?xml version="1.0" encoding="utf-8"?>
<Properties xmlns="http://schemas.openxmlformats.org/officeDocument/2006/extended-properties" xmlns:vt="http://schemas.openxmlformats.org/officeDocument/2006/docPropsVTypes">
  <Template>Wisp</Template>
  <TotalTime>34</TotalTime>
  <Words>310</Words>
  <Application>Microsoft Office PowerPoint</Application>
  <PresentationFormat>Widescreen</PresentationFormat>
  <Paragraphs>64</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Wisp</vt:lpstr>
      <vt:lpstr>ChiPi Technologies</vt:lpstr>
      <vt:lpstr>Student Profile</vt:lpstr>
      <vt:lpstr>Project Overview</vt:lpstr>
      <vt:lpstr>Problem Statement</vt:lpstr>
      <vt:lpstr>Business Impact</vt:lpstr>
      <vt:lpstr>Requirements</vt:lpstr>
      <vt:lpstr>Solution Architecture</vt:lpstr>
      <vt:lpstr>UI/UX Design</vt:lpstr>
      <vt:lpstr>Technology Stack</vt:lpstr>
      <vt:lpstr>Implementation Journey</vt:lpstr>
      <vt:lpstr>Challenges Faced</vt:lpstr>
      <vt:lpstr>Solutions Applied</vt:lpstr>
      <vt:lpstr>Code Walkthrough</vt:lpstr>
      <vt:lpstr>Testing &amp; Validation</vt:lpstr>
      <vt:lpstr>Results &amp; Achievements</vt:lpstr>
      <vt:lpstr>Key Learning</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ChiPi Technologies</dc:title>
  <dc:subject/>
  <dc:creator>Krishna Sinha</dc:creator>
  <cp:keywords/>
  <dc:description>generated using python-pptx</dc:description>
  <cp:lastModifiedBy>Krishna Kumar Sinha</cp:lastModifiedBy>
  <cp:revision>48</cp:revision>
  <dcterms:created xsi:type="dcterms:W3CDTF">2013-01-27T09:14:16Z</dcterms:created>
  <dcterms:modified xsi:type="dcterms:W3CDTF">2026-06-29T11:29:00Z</dcterms:modified>
  <cp:category/>
</cp:coreProperties>
</file>